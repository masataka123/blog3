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60" r:id="rId3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岩井　雅崇" initials="雅岩" lastIdx="1" clrIdx="0">
    <p:extLst>
      <p:ext uri="{19B8F6BF-5375-455C-9EA6-DF929625EA0E}">
        <p15:presenceInfo xmlns:p15="http://schemas.microsoft.com/office/powerpoint/2012/main" userId="S::fsb35985@osaka-cu.ac.jp::cd064beb-9a95-4af1-8e01-23b10d20962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3"/>
    <p:restoredTop sz="94764"/>
  </p:normalViewPr>
  <p:slideViewPr>
    <p:cSldViewPr snapToGrid="0" snapToObjects="1">
      <p:cViewPr varScale="1">
        <p:scale>
          <a:sx n="95" d="100"/>
          <a:sy n="95" d="100"/>
        </p:scale>
        <p:origin x="216" y="10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DE465C-17AB-F74D-83D6-A06446C30CBD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827602-A483-654A-964B-BFD18A3F5F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270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827602-A483-654A-964B-BFD18A3F5F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5120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A6CB6B02-D9CD-591A-1715-910E723D8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2925517"/>
              </p:ext>
            </p:extLst>
          </p:nvPr>
        </p:nvGraphicFramePr>
        <p:xfrm>
          <a:off x="5301600" y="106314"/>
          <a:ext cx="5172876" cy="7347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337">
                  <a:extLst>
                    <a:ext uri="{9D8B030D-6E8A-4147-A177-3AD203B41FA5}">
                      <a16:colId xmlns:a16="http://schemas.microsoft.com/office/drawing/2014/main" val="1668481678"/>
                    </a:ext>
                  </a:extLst>
                </a:gridCol>
                <a:gridCol w="1749287">
                  <a:extLst>
                    <a:ext uri="{9D8B030D-6E8A-4147-A177-3AD203B41FA5}">
                      <a16:colId xmlns:a16="http://schemas.microsoft.com/office/drawing/2014/main" val="701489623"/>
                    </a:ext>
                  </a:extLst>
                </a:gridCol>
                <a:gridCol w="1223008">
                  <a:extLst>
                    <a:ext uri="{9D8B030D-6E8A-4147-A177-3AD203B41FA5}">
                      <a16:colId xmlns:a16="http://schemas.microsoft.com/office/drawing/2014/main" val="2166577437"/>
                    </a:ext>
                  </a:extLst>
                </a:gridCol>
                <a:gridCol w="977030">
                  <a:extLst>
                    <a:ext uri="{9D8B030D-6E8A-4147-A177-3AD203B41FA5}">
                      <a16:colId xmlns:a16="http://schemas.microsoft.com/office/drawing/2014/main" val="2021080276"/>
                    </a:ext>
                  </a:extLst>
                </a:gridCol>
                <a:gridCol w="861214">
                  <a:extLst>
                    <a:ext uri="{9D8B030D-6E8A-4147-A177-3AD203B41FA5}">
                      <a16:colId xmlns:a16="http://schemas.microsoft.com/office/drawing/2014/main" val="1497016226"/>
                    </a:ext>
                  </a:extLst>
                </a:gridCol>
              </a:tblGrid>
              <a:tr h="343108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104496" marR="104496" marT="52248" marB="5224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Name  (EN/JP)</a:t>
                      </a:r>
                      <a:endParaRPr kumimoji="1" lang="ja-JP" altLang="en-US" sz="16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600" b="1" i="0" u="none" strike="noStrik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Cuisine</a:t>
                      </a:r>
                      <a:endParaRPr kumimoji="1" lang="ja-JP" altLang="en-US" sz="16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Distance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Closed</a:t>
                      </a:r>
                      <a:endParaRPr kumimoji="1" lang="ja-JP" altLang="en-US" sz="16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947127098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Foret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らふぉれ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campus cafeteria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658262211"/>
                  </a:ext>
                </a:extLst>
              </a:tr>
              <a:tr h="356087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2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Hana/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はな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Cafe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5-10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Mon, Sun 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869481128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3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Steak no Don 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ステーキのどん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Steakhouse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924007120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4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Dip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Rasna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ディップラスナ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Indian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2144274560"/>
                  </a:ext>
                </a:extLst>
              </a:tr>
              <a:tr h="283063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5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Aika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藍花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Kushikatsu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Tue, 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730246578"/>
                  </a:ext>
                </a:extLst>
              </a:tr>
              <a:tr h="283063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6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Sobafuji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蕎麦藤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Soba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790105729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7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LOAF Cafe 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French &amp; Italian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1079421623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8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Wafu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Chuka Torin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 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和風中華 東林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Japanese Chinese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10-15-min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Sun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584013561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9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Mahorobatei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まほろば亭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Japanese Chinese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10-15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83862899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10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Ganko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がんこ 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Japanese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1249335542"/>
                  </a:ext>
                </a:extLst>
              </a:tr>
              <a:tr h="356087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11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Men-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ya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Hoi 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麺屋ほぃ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Ramen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Wed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753433827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12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Kathmandu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カトマンドゥ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Nepalese cuisine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 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787028619"/>
                  </a:ext>
                </a:extLst>
              </a:tr>
              <a:tr h="643333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13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Yoshioka Maguro-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bushi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Center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吉岡マグロ節センター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Ramen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928157175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14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Maruyoshi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Seimenjo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マルヨシ製麺所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err="1"/>
                        <a:t>Udon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20-min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4156867040"/>
                  </a:ext>
                </a:extLst>
              </a:tr>
              <a:tr h="356087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15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Maruju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丸十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err="1"/>
                        <a:t>Udon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20-min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Sun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551049951"/>
                  </a:ext>
                </a:extLst>
              </a:tr>
              <a:tr h="463198"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kumimoji="1" lang="en-US" altLang="ja-JP" sz="1100" dirty="0"/>
                        <a:t>16</a:t>
                      </a:r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Mendo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" altLang="ja-JP" sz="12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Shuhari</a:t>
                      </a:r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 </a:t>
                      </a:r>
                      <a:r>
                        <a:rPr lang="ja-JP" altLang="en-US" sz="1200" b="0" i="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麺道 しゅはり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/>
                        <a:t>Ramen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" altLang="ja-JP" sz="12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15-20 min</a:t>
                      </a:r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marL="104496" marR="104496" marT="52248" marB="52248" anchor="ctr"/>
                </a:tc>
                <a:extLst>
                  <a:ext uri="{0D108BD9-81ED-4DB2-BD59-A6C34878D82A}">
                    <a16:rowId xmlns:a16="http://schemas.microsoft.com/office/drawing/2014/main" val="3049470925"/>
                  </a:ext>
                </a:extLst>
              </a:tr>
            </a:tbl>
          </a:graphicData>
        </a:graphic>
      </p:graphicFrame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5752E2-8287-33A1-3DB5-04AAC688343B}"/>
              </a:ext>
            </a:extLst>
          </p:cNvPr>
          <p:cNvSpPr txBox="1"/>
          <p:nvPr/>
        </p:nvSpPr>
        <p:spPr>
          <a:xfrm>
            <a:off x="1765258" y="135384"/>
            <a:ext cx="18053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Lunch Map</a:t>
            </a:r>
            <a:endParaRPr kumimoji="1" lang="ja-JP" altLang="en-US" sz="280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5A6E151-1C56-012D-25C4-967308C08C52}"/>
              </a:ext>
            </a:extLst>
          </p:cNvPr>
          <p:cNvSpPr txBox="1"/>
          <p:nvPr/>
        </p:nvSpPr>
        <p:spPr>
          <a:xfrm>
            <a:off x="217337" y="5841762"/>
            <a:ext cx="4943487" cy="1384995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 contourW="12700">
            <a:bevelT w="0"/>
          </a:sp3d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Remark:</a:t>
            </a:r>
            <a:endParaRPr lang="en" altLang="ja-JP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ja-JP" sz="1400" dirty="0"/>
              <a:t>      means convenience stores.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ja-JP" sz="1400" dirty="0"/>
              <a:t>      means Nambu </a:t>
            </a:r>
            <a:r>
              <a:rPr lang="en" altLang="ja-JP" sz="1400" dirty="0" err="1"/>
              <a:t>Yoichiro</a:t>
            </a:r>
            <a:r>
              <a:rPr lang="en" altLang="ja-JP" sz="1400" dirty="0"/>
              <a:t> Hall.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 the top-left corner of the map, there are many restaurants near Ishibashi-</a:t>
            </a:r>
            <a:r>
              <a:rPr lang="en" altLang="ja-JP" sz="1400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Handai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-</a:t>
            </a:r>
            <a:r>
              <a:rPr lang="en" altLang="ja-JP" sz="1400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mae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Station</a:t>
            </a:r>
            <a:r>
              <a:rPr lang="en" altLang="ja-JP" sz="1400" dirty="0">
                <a:solidFill>
                  <a:srgbClr val="000000"/>
                </a:solidFill>
                <a:latin typeface="-webkit-standard"/>
              </a:rPr>
              <a:t> (</a:t>
            </a:r>
            <a:r>
              <a:rPr lang="ja-JP" altLang="en-US" sz="1400" b="0" i="0" u="none" strike="noStrike">
                <a:solidFill>
                  <a:srgbClr val="000000"/>
                </a:solidFill>
                <a:effectLst/>
                <a:latin typeface="-webkit-standard"/>
              </a:rPr>
              <a:t>石橋阪大前駅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) . </a:t>
            </a:r>
            <a:r>
              <a:rPr lang="en" altLang="ja-JP" sz="1400" dirty="0">
                <a:solidFill>
                  <a:srgbClr val="000000"/>
                </a:solidFill>
                <a:latin typeface="-webkit-standard"/>
              </a:rPr>
              <a:t>B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ut it takes about 25–30 minutes on </a:t>
            </a:r>
            <a:r>
              <a:rPr lang="en" altLang="ja-JP" sz="1400" dirty="0">
                <a:solidFill>
                  <a:srgbClr val="000000"/>
                </a:solidFill>
                <a:latin typeface="-webkit-standard"/>
              </a:rPr>
              <a:t>foot 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to get there.</a:t>
            </a:r>
            <a:endParaRPr lang="en" altLang="ja-JP" sz="1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FD6BCCB-4B5C-E3F7-5F15-B5A967C93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27" y="6127068"/>
            <a:ext cx="212144" cy="23203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F0E7AF9-5B85-A524-7F55-5D9CEFB62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27" y="6352587"/>
            <a:ext cx="212144" cy="180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5E58332C-70BB-90FB-2A0B-6158F67957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043" y="658604"/>
            <a:ext cx="4951731" cy="50096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9A2F21-4E35-23F8-5E49-7A274A156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9162" y="1344811"/>
            <a:ext cx="4430543" cy="4870049"/>
          </a:xfrm>
          <a:scene3d>
            <a:camera prst="orthographicFront"/>
            <a:lightRig rig="threePt" dir="t"/>
          </a:scene3d>
          <a:sp3d contourW="19050"/>
        </p:spPr>
        <p:txBody>
          <a:bodyPr/>
          <a:lstStyle/>
          <a:p>
            <a:pPr marL="0" indent="0" algn="ctr">
              <a:buNone/>
            </a:pPr>
            <a:r>
              <a:rPr kumimoji="1" lang="en-US" altLang="ja-JP" dirty="0"/>
              <a:t>Lunch Map PDF</a:t>
            </a:r>
          </a:p>
          <a:p>
            <a:pPr marL="0" indent="0">
              <a:buNone/>
            </a:pPr>
            <a:r>
              <a:rPr kumimoji="1" lang="en-US" altLang="ja-JP" dirty="0"/>
              <a:t>URL</a:t>
            </a:r>
          </a:p>
          <a:p>
            <a:pPr marL="0" indent="0">
              <a:buNone/>
            </a:pPr>
            <a:r>
              <a:rPr kumimoji="1" lang="en-US" altLang="ja-JP" sz="1400" dirty="0"/>
              <a:t>https://masataka123.github.io/blog3/pdf/20251005_access/</a:t>
            </a:r>
            <a:r>
              <a:rPr kumimoji="1" lang="en-US" altLang="ja-JP" sz="1400" dirty="0" err="1"/>
              <a:t>lunch_map.pdf</a:t>
            </a:r>
            <a:endParaRPr kumimoji="1" lang="en-US" altLang="ja-JP" sz="1400" dirty="0"/>
          </a:p>
          <a:p>
            <a:pPr marL="0" indent="0">
              <a:buNone/>
            </a:pPr>
            <a:r>
              <a:rPr kumimoji="1" lang="en-US" altLang="ja-JP" dirty="0"/>
              <a:t>QR code</a:t>
            </a:r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82A305-A2AF-0D84-BB3D-7CCCA00B1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22108" y="1344812"/>
            <a:ext cx="4430542" cy="4870049"/>
          </a:xfrm>
          <a:scene3d>
            <a:camera prst="orthographicFront"/>
            <a:lightRig rig="threePt" dir="t"/>
          </a:scene3d>
          <a:sp3d contourW="19050"/>
        </p:spPr>
        <p:txBody>
          <a:bodyPr/>
          <a:lstStyle/>
          <a:p>
            <a:pPr marL="0" indent="0" algn="ctr">
              <a:buNone/>
            </a:pPr>
            <a:r>
              <a:rPr kumimoji="1" lang="ja-JP" altLang="en-US"/>
              <a:t>　</a:t>
            </a:r>
            <a:r>
              <a:rPr kumimoji="1" lang="en-US" altLang="ja-JP" dirty="0"/>
              <a:t>Google </a:t>
            </a:r>
            <a:r>
              <a:rPr kumimoji="1" lang="en-US" altLang="ja-JP" dirty="0" err="1"/>
              <a:t>mymap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en-US" altLang="ja-JP" dirty="0"/>
              <a:t>URL </a:t>
            </a:r>
          </a:p>
          <a:p>
            <a:pPr marL="0" indent="0">
              <a:buNone/>
            </a:pPr>
            <a:r>
              <a:rPr kumimoji="1" lang="en-US" altLang="ja-JP" sz="1400" dirty="0"/>
              <a:t>https://</a:t>
            </a:r>
            <a:r>
              <a:rPr kumimoji="1" lang="en-US" altLang="ja-JP" sz="1400" dirty="0" err="1"/>
              <a:t>www.google.com</a:t>
            </a:r>
            <a:r>
              <a:rPr kumimoji="1" lang="en-US" altLang="ja-JP" sz="1400" dirty="0"/>
              <a:t>/maps/d/</a:t>
            </a:r>
            <a:r>
              <a:rPr kumimoji="1" lang="en-US" altLang="ja-JP" sz="1400" dirty="0" err="1"/>
              <a:t>edit?mid</a:t>
            </a:r>
            <a:r>
              <a:rPr kumimoji="1" lang="en-US" altLang="ja-JP" sz="1400" dirty="0"/>
              <a:t>=1B7egM_vT4mLeZgtXCt88ys5hColf05I&amp;usp=sharing</a:t>
            </a:r>
          </a:p>
          <a:p>
            <a:pPr marL="0" indent="0">
              <a:buNone/>
            </a:pPr>
            <a:r>
              <a:rPr kumimoji="1" lang="en-US" altLang="ja-JP" dirty="0"/>
              <a:t>QR code</a:t>
            </a:r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98F6142-512A-A0E6-B7DE-4254B24E5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433" y="3412089"/>
            <a:ext cx="2286000" cy="2286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21B158F-E257-132B-3810-42D61794A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428" y="3341963"/>
            <a:ext cx="2425700" cy="24257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BD14A7-8060-0CB0-6C07-A4D60776FABC}"/>
              </a:ext>
            </a:extLst>
          </p:cNvPr>
          <p:cNvSpPr txBox="1"/>
          <p:nvPr/>
        </p:nvSpPr>
        <p:spPr>
          <a:xfrm>
            <a:off x="7851912" y="6768548"/>
            <a:ext cx="23655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1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Created by </a:t>
            </a:r>
            <a:r>
              <a:rPr lang="en" altLang="ja-JP" sz="1200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Masataka</a:t>
            </a:r>
            <a:r>
              <a:rPr lang="en" altLang="ja-JP" sz="1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Iwai in 2025.</a:t>
            </a:r>
            <a:endParaRPr kumimoji="1" lang="ja-JP" altLang="en-US" sz="12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7F7A7D5-283C-B1D7-616E-700918B5AC7F}"/>
              </a:ext>
            </a:extLst>
          </p:cNvPr>
          <p:cNvSpPr txBox="1"/>
          <p:nvPr/>
        </p:nvSpPr>
        <p:spPr>
          <a:xfrm>
            <a:off x="5626951" y="5639851"/>
            <a:ext cx="4020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This</a:t>
            </a:r>
            <a:r>
              <a:rPr lang="en-US" altLang="ja-JP" sz="1400" dirty="0">
                <a:solidFill>
                  <a:srgbClr val="000000"/>
                </a:solidFill>
                <a:latin typeface="-webkit-standard"/>
              </a:rPr>
              <a:t> google </a:t>
            </a:r>
            <a:r>
              <a:rPr lang="en-US" altLang="ja-JP" sz="1400" dirty="0" err="1">
                <a:solidFill>
                  <a:srgbClr val="000000"/>
                </a:solidFill>
                <a:latin typeface="-webkit-standard"/>
              </a:rPr>
              <a:t>mymap</a:t>
            </a:r>
            <a:r>
              <a:rPr lang="en" altLang="ja-JP" sz="14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also includes some restaurants that are not on the map.</a:t>
            </a:r>
            <a:endParaRPr kumimoji="1"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1547645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294</Words>
  <Application>Microsoft Macintosh PowerPoint</Application>
  <PresentationFormat>ユーザー設定</PresentationFormat>
  <Paragraphs>99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-webkit-standard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岩井　雅崇</cp:lastModifiedBy>
  <cp:revision>8</cp:revision>
  <dcterms:created xsi:type="dcterms:W3CDTF">2013-01-27T09:14:16Z</dcterms:created>
  <dcterms:modified xsi:type="dcterms:W3CDTF">2026-02-06T08:59:07Z</dcterms:modified>
  <cp:category/>
</cp:coreProperties>
</file>